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63" d="100"/>
          <a:sy n="63" d="100"/>
        </p:scale>
        <p:origin x="78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BA1B4-A575-4B86-BCA4-28147298C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DE89E0-5358-42F4-B577-2BEFA9EA5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18F1B8-E146-4ED0-8C7F-0E307D8A6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8EFE3-1B6B-436A-A9EC-7768A7E239C9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089C41-445C-44FA-B0FE-1960EE31C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F7FFE8-B059-4180-98AB-4ADDD6540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75B7-A0DB-4ACD-B1E1-673BF106A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820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DEB9C-542B-4CAF-8920-666752625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28F9E1-E3B9-4EA0-879B-FAF985F24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678897-4189-4070-A084-7B184979E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8EFE3-1B6B-436A-A9EC-7768A7E239C9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4278F2-E674-44BF-8BAE-051EB7F13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07C08-7EA0-4126-93DF-4A282D67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75B7-A0DB-4ACD-B1E1-673BF106A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439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305D08-2558-4BD6-AB0F-868CB450B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1354CF-8491-4DDC-AE12-764DC472F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746ECF-F1D9-4007-AB53-AD67CA27F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8EFE3-1B6B-436A-A9EC-7768A7E239C9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052D09-853D-4802-8FB8-63E57274D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DF602D-6824-4317-89EB-17BE960BB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75B7-A0DB-4ACD-B1E1-673BF106A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074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06205-AB35-4C34-8CC6-25F0BAB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07A7F-9250-4E0F-AC0A-9E2AF18298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E0F625-D03A-467C-9561-79E14C67D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C03295-1499-4E78-8006-0072DD559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8EFE3-1B6B-436A-A9EC-7768A7E239C9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3B30D5-AB89-47C1-961D-71E61A67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266F7B-8ACD-4448-A0F1-C1CB53C63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75B7-A0DB-4ACD-B1E1-673BF106A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694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281F6F-B2AA-4DCB-9C6F-5A70A6262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279EE9-4A5D-4B58-8B3D-31376F44D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F12CC7-1A30-497D-8098-6740C1B97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7B9312-A168-4012-A3A9-3B46FB2E8B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14EB03-47FF-4200-8B2E-FEF6F7A30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710C64E-91EF-440C-8F92-37AF300F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8EFE3-1B6B-436A-A9EC-7768A7E239C9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7FAC0A-D942-43A8-A529-0DA77B827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48CDED-56C0-44E4-B05B-987D017E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75B7-A0DB-4ACD-B1E1-673BF106A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082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EDCB7-9B0E-4A86-B2B4-D6FF63389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848241-B474-4C5C-9BB3-E9BEB2779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8EFE3-1B6B-436A-A9EC-7768A7E239C9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AFFDF8-0419-4C6A-B888-9C6E9041E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1DAFE4-807E-47FF-8935-72075515F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75B7-A0DB-4ACD-B1E1-673BF106A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855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CE3EAD-F060-4D70-B9DD-E840B2E3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8EFE3-1B6B-436A-A9EC-7768A7E239C9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9E0DEA-C7C9-421E-AD48-31EBEF66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23BDAD-F596-4BE2-B9FB-C0DD2315F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75B7-A0DB-4ACD-B1E1-673BF106A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012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651B8C-55E3-4B2F-803C-D30BA8B5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9123CE-C8F7-4B3E-BA65-6A4311B2C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54A264-5062-4C98-AAA3-BD416D253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AAD37D-72FD-46F7-A810-EBAE0175D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8EFE3-1B6B-436A-A9EC-7768A7E239C9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7B670C-AD76-4E34-ADDC-6507A7DA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8633BA-D558-4CF4-9139-5CD2F9427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75B7-A0DB-4ACD-B1E1-673BF106A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055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578D4-6CF3-4908-8E20-6E115D2E3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A04206-97E8-491B-8FA7-4BDF47CE2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875597-8862-4113-B9F8-FBA3D5344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C49748-0717-4C4F-B9BE-EFDC5CDF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8EFE3-1B6B-436A-A9EC-7768A7E239C9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E3DFF8-A88E-4E46-9E7D-A321CA66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7932FF-4034-425D-8E6E-D1FE4569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75B7-A0DB-4ACD-B1E1-673BF106A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48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07388-9681-4B80-8400-A7DC8B2A6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8922A9-93CB-4971-85AE-5DB611DF3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2BC198-1A94-421A-9931-C9E6E7F74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8EFE3-1B6B-436A-A9EC-7768A7E239C9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EE2F6E-103D-4F31-8478-FFF9B5E3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46383D-2F1E-4A6B-B416-5B808E4C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75B7-A0DB-4ACD-B1E1-673BF106A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393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F305C2-BD84-467E-90F7-04B1E05B3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5C0D46-298A-4A5B-BA78-E9435926E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AA7339-FD73-4438-B8D3-8B4A11F04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8EFE3-1B6B-436A-A9EC-7768A7E239C9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0F8B3C-F5D1-4F6E-A829-678B8DD34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2B1960-21CD-47BD-88C8-657B74FE1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75B7-A0DB-4ACD-B1E1-673BF106A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792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242DDE-E985-4A57-AECF-6BBCA2DB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A739B7-959D-4147-8AF6-451B6D433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412C41-7F8A-4035-B5F2-0511BF18F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8EFE3-1B6B-436A-A9EC-7768A7E239C9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FC0C40-3E2D-4DCD-81B0-BEB3042AD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AAA9E9-83A7-40EE-972A-C93486084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075B7-A0DB-4ACD-B1E1-673BF106A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300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B7A4D-86E2-485E-9177-D37FB8CD8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967" y="576010"/>
            <a:ext cx="9074065" cy="2852990"/>
          </a:xfrm>
        </p:spPr>
        <p:txBody>
          <a:bodyPr/>
          <a:lstStyle/>
          <a:p>
            <a:r>
              <a:rPr lang="zh-CN" altLang="en-US" b="1" dirty="0"/>
              <a:t>存储虚拟化</a:t>
            </a:r>
            <a:br>
              <a:rPr lang="en-US" altLang="zh-CN" b="1" dirty="0"/>
            </a:br>
            <a:endParaRPr lang="zh-CN" altLang="en-US" b="1" dirty="0"/>
          </a:p>
        </p:txBody>
      </p:sp>
      <p:sp>
        <p:nvSpPr>
          <p:cNvPr id="5" name="立方体 4">
            <a:extLst>
              <a:ext uri="{FF2B5EF4-FFF2-40B4-BE49-F238E27FC236}">
                <a16:creationId xmlns:a16="http://schemas.microsoft.com/office/drawing/2014/main" id="{1891FC15-0A3C-460A-A9B1-4BCF78EF5F75}"/>
              </a:ext>
            </a:extLst>
          </p:cNvPr>
          <p:cNvSpPr/>
          <p:nvPr/>
        </p:nvSpPr>
        <p:spPr>
          <a:xfrm>
            <a:off x="2651760" y="845820"/>
            <a:ext cx="7018020" cy="2171700"/>
          </a:xfrm>
          <a:prstGeom prst="cube">
            <a:avLst/>
          </a:prstGeom>
          <a:solidFill>
            <a:schemeClr val="accent5"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583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9CC56-5367-4F4E-8C23-D24B4B171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>
                <a:solidFill>
                  <a:srgbClr val="20386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存储虚拟化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A6D905-EC9C-4413-A6CF-A31C56A61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  <a:p>
            <a:r>
              <a:rPr lang="en-US" altLang="zh-CN" sz="2800" dirty="0">
                <a:solidFill>
                  <a:srgbClr val="00B0F0"/>
                </a:solidFill>
                <a:effectLst/>
                <a:latin typeface="Wingdings" panose="05000000000000000000" pitchFamily="2" charset="2"/>
              </a:rPr>
              <a:t>p </a:t>
            </a:r>
            <a:r>
              <a:rPr lang="zh-CN" altLang="en-US" sz="2800" dirty="0">
                <a:solidFill>
                  <a:srgbClr val="40404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存储虚拟化是对存储硬件资源进行抽象化表现。 </a:t>
            </a:r>
            <a:endParaRPr lang="zh-CN" altLang="en-US" dirty="0"/>
          </a:p>
          <a:p>
            <a:r>
              <a:rPr lang="en-US" altLang="zh-CN" sz="2800" dirty="0">
                <a:solidFill>
                  <a:srgbClr val="00B0F0"/>
                </a:solidFill>
                <a:effectLst/>
                <a:latin typeface="Wingdings" panose="05000000000000000000" pitchFamily="2" charset="2"/>
              </a:rPr>
              <a:t>p </a:t>
            </a:r>
            <a:r>
              <a:rPr lang="zh-CN" altLang="en-US" sz="2800" dirty="0">
                <a:solidFill>
                  <a:srgbClr val="40404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存储虚拟化的思想是将物理存储资源与其逻辑映像相分离。 </a:t>
            </a:r>
            <a:endParaRPr lang="zh-CN" altLang="en-US" dirty="0"/>
          </a:p>
          <a:p>
            <a:r>
              <a:rPr lang="en-US" altLang="zh-CN" sz="2800" dirty="0">
                <a:solidFill>
                  <a:srgbClr val="00B0F0"/>
                </a:solidFill>
                <a:effectLst/>
                <a:latin typeface="Wingdings" panose="05000000000000000000" pitchFamily="2" charset="2"/>
              </a:rPr>
              <a:t>p </a:t>
            </a:r>
            <a:r>
              <a:rPr lang="zh-CN" altLang="en-US" sz="2800" dirty="0">
                <a:solidFill>
                  <a:srgbClr val="40404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在云环境下，零散的、分布式的存储资源可以通过存储虚拟化技术整合成为一 </a:t>
            </a:r>
            <a:endParaRPr lang="zh-CN" altLang="en-US" dirty="0"/>
          </a:p>
          <a:p>
            <a:r>
              <a:rPr lang="zh-CN" altLang="en-US" sz="2800" dirty="0">
                <a:solidFill>
                  <a:srgbClr val="40404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个“存储池”，用户不必关心自己的数据经过哪一条路径通往哪一个具体的物 </a:t>
            </a:r>
            <a:endParaRPr lang="zh-CN" altLang="en-US" dirty="0"/>
          </a:p>
          <a:p>
            <a:r>
              <a:rPr lang="zh-CN" altLang="en-US" sz="2800" dirty="0">
                <a:solidFill>
                  <a:srgbClr val="40404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理设备。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6036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AE028-4B81-4425-B6A4-A6432EACB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>
                <a:solidFill>
                  <a:srgbClr val="203864"/>
                </a:solidFill>
                <a:effectLst/>
                <a:latin typeface="MicrosoftYaHei-Bold"/>
              </a:rPr>
              <a:t>存储虚拟化的一般模型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D33A15-5FD9-44D6-B89A-596CB86CC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40404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一般来说，虚拟化存储系统在原有存储系统结构上增 </a:t>
            </a:r>
            <a:endParaRPr lang="zh-CN" altLang="en-US" dirty="0"/>
          </a:p>
          <a:p>
            <a:r>
              <a:rPr lang="zh-CN" altLang="en-US" sz="2800" dirty="0">
                <a:solidFill>
                  <a:srgbClr val="40404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加了虚拟化层，将多个存储单元抽象成一个虚拟存储 </a:t>
            </a:r>
            <a:endParaRPr lang="zh-CN" altLang="en-US" dirty="0"/>
          </a:p>
          <a:p>
            <a:r>
              <a:rPr lang="zh-CN" altLang="en-US" sz="2800" dirty="0">
                <a:solidFill>
                  <a:srgbClr val="40404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池，存储单元可以是异构，可以是直接的存储设备， </a:t>
            </a:r>
            <a:endParaRPr lang="zh-CN" altLang="en-US" dirty="0"/>
          </a:p>
          <a:p>
            <a:r>
              <a:rPr lang="zh-CN" altLang="en-US" sz="2800" dirty="0">
                <a:solidFill>
                  <a:srgbClr val="40404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也可以是基于网络的存储设备或系统。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2145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858877-BF15-4F0C-974A-4F891878B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>
                <a:solidFill>
                  <a:srgbClr val="203864"/>
                </a:solidFill>
                <a:effectLst/>
                <a:latin typeface="MicrosoftYaHei-Bold"/>
              </a:rPr>
              <a:t>存储虚拟化的实现方式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BE374A7-43FA-4BE8-B22A-5005E98FE8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42069"/>
            <a:ext cx="12192000" cy="5090904"/>
          </a:xfrm>
        </p:spPr>
      </p:pic>
    </p:spTree>
    <p:extLst>
      <p:ext uri="{BB962C8B-B14F-4D97-AF65-F5344CB8AC3E}">
        <p14:creationId xmlns:p14="http://schemas.microsoft.com/office/powerpoint/2010/main" val="3128810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65811-7736-4FD0-A28B-7ACEE7165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>
                <a:solidFill>
                  <a:srgbClr val="203864"/>
                </a:solidFill>
                <a:effectLst/>
                <a:latin typeface="MicrosoftYaHei-Bold"/>
              </a:rPr>
              <a:t>基于主机的存储虚拟化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5F40A9A-355C-453A-ACA6-D238CF73B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52535"/>
            <a:ext cx="11353800" cy="4853192"/>
          </a:xfrm>
        </p:spPr>
      </p:pic>
    </p:spTree>
    <p:extLst>
      <p:ext uri="{BB962C8B-B14F-4D97-AF65-F5344CB8AC3E}">
        <p14:creationId xmlns:p14="http://schemas.microsoft.com/office/powerpoint/2010/main" val="1053753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AF42E-9A81-400B-9D9C-F578D11AC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>
                <a:solidFill>
                  <a:srgbClr val="203864"/>
                </a:solidFill>
                <a:effectLst/>
                <a:latin typeface="MicrosoftYaHei-Bold"/>
              </a:rPr>
              <a:t>基于存储设备的存储虚拟化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AC96AFD-2605-4471-8D0B-6492C0CA9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26139"/>
            <a:ext cx="11794530" cy="4761839"/>
          </a:xfrm>
        </p:spPr>
      </p:pic>
    </p:spTree>
    <p:extLst>
      <p:ext uri="{BB962C8B-B14F-4D97-AF65-F5344CB8AC3E}">
        <p14:creationId xmlns:p14="http://schemas.microsoft.com/office/powerpoint/2010/main" val="2689048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7C2833-2C63-4418-8933-A1B7E90D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>
                <a:solidFill>
                  <a:srgbClr val="203864"/>
                </a:solidFill>
                <a:effectLst/>
                <a:latin typeface="MicrosoftYaHei-Bold"/>
              </a:rPr>
              <a:t>基于网络的存储虚拟化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7310C10-147A-4304-9440-191A50614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43009"/>
            <a:ext cx="11353800" cy="5180171"/>
          </a:xfrm>
        </p:spPr>
      </p:pic>
    </p:spTree>
    <p:extLst>
      <p:ext uri="{BB962C8B-B14F-4D97-AF65-F5344CB8AC3E}">
        <p14:creationId xmlns:p14="http://schemas.microsoft.com/office/powerpoint/2010/main" val="792962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162</Words>
  <Application>Microsoft Office PowerPoint</Application>
  <PresentationFormat>宽屏</PresentationFormat>
  <Paragraphs>17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MicrosoftYaHei-Bold</vt:lpstr>
      <vt:lpstr>等线</vt:lpstr>
      <vt:lpstr>等线 Light</vt:lpstr>
      <vt:lpstr>微软雅黑</vt:lpstr>
      <vt:lpstr>Arial</vt:lpstr>
      <vt:lpstr>Wingdings</vt:lpstr>
      <vt:lpstr>Office 主题​​</vt:lpstr>
      <vt:lpstr>存储虚拟化 </vt:lpstr>
      <vt:lpstr>存储虚拟化</vt:lpstr>
      <vt:lpstr>存储虚拟化的一般模型</vt:lpstr>
      <vt:lpstr>存储虚拟化的实现方式</vt:lpstr>
      <vt:lpstr>基于主机的存储虚拟化</vt:lpstr>
      <vt:lpstr>基于存储设备的存储虚拟化</vt:lpstr>
      <vt:lpstr>基于网络的存储虚拟化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存储虚拟化</dc:title>
  <dc:creator>密码 错误！请重试！</dc:creator>
  <cp:lastModifiedBy>密码 错误！请重试！</cp:lastModifiedBy>
  <cp:revision>3</cp:revision>
  <dcterms:created xsi:type="dcterms:W3CDTF">2021-03-24T07:38:07Z</dcterms:created>
  <dcterms:modified xsi:type="dcterms:W3CDTF">2021-03-24T07:56:55Z</dcterms:modified>
</cp:coreProperties>
</file>